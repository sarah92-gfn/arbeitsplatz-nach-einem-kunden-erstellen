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046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ein Projekt?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Ein Projekt ist:</a:t>
            </a:r>
          </a:p>
          <a:p>
            <a:pPr lvl="1"/>
            <a:r>
              <a:t>• zeitlich begrenzt</a:t>
            </a:r>
          </a:p>
          <a:p>
            <a:pPr lvl="1"/>
            <a:r>
              <a:t>• zielorientiert</a:t>
            </a:r>
          </a:p>
          <a:p>
            <a:pPr lvl="1"/>
            <a:r>
              <a:t>• einmalig</a:t>
            </a:r>
          </a:p>
          <a:p>
            <a:pPr lvl="1"/>
            <a:r>
              <a:t>• mit begrenzten Ressourcen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Projektmanagement?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Planung, Steuerung und Kontrolle eines Projekts</a:t>
            </a:r>
          </a:p>
          <a:p>
            <a:pPr lvl="1"/>
            <a:r>
              <a:t>Ziel: Erfolgreicher Abschluss</a:t>
            </a:r>
          </a:p>
          <a:p>
            <a:pPr lvl="1"/>
            <a:r>
              <a:t>• richtige Zeit</a:t>
            </a:r>
          </a:p>
          <a:p>
            <a:pPr lvl="1"/>
            <a:r>
              <a:t>• im Budget</a:t>
            </a:r>
          </a:p>
          <a:p>
            <a:pPr lvl="1"/>
            <a:r>
              <a:t>• gute Qualität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Projektphasen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Initiierung – Idee und Zieldefinition</a:t>
            </a:r>
          </a:p>
          <a:p>
            <a:pPr lvl="1"/>
            <a:r>
              <a:t>2. Planung – Zeit, Ressourcen, Budget</a:t>
            </a:r>
          </a:p>
          <a:p>
            <a:pPr lvl="1"/>
            <a:r>
              <a:t>3. Durchführung – Umsetzung der Aufgaben</a:t>
            </a:r>
          </a:p>
          <a:p>
            <a:pPr lvl="1"/>
            <a:r>
              <a:t>4. Controlling – Fortschritt überwachen</a:t>
            </a:r>
          </a:p>
          <a:p>
            <a:pPr lvl="1"/>
            <a:r>
              <a:t>5. Abschluss – Ergebnisse sichern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Warum sind Meilensteine wichtig?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Wichtige Kontrollpunkte im Projekt</a:t>
            </a:r>
          </a:p>
          <a:p>
            <a:pPr lvl="1"/>
            <a:r>
              <a:t>• Fortschritt prüfen</a:t>
            </a:r>
          </a:p>
          <a:p>
            <a:pPr lvl="1"/>
            <a:r>
              <a:t>• Motivation steigern</a:t>
            </a:r>
          </a:p>
          <a:p>
            <a:pPr lvl="1"/>
            <a:r>
              <a:t>• Entscheidungen treffen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Methoden im Projektmanagement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Klassische Methoden:</a:t>
            </a:r>
          </a:p>
          <a:p>
            <a:pPr lvl="1"/>
            <a:r>
              <a:t>• Wasserfallmodell</a:t>
            </a:r>
          </a:p>
          <a:p>
            <a:pPr lvl="1"/>
            <a:r>
              <a:t>• Gantt-Diagramm</a:t>
            </a:r>
          </a:p>
          <a:p>
            <a:pPr lvl="1"/>
            <a:r>
              <a:t>Agile Methoden:</a:t>
            </a:r>
          </a:p>
          <a:p>
            <a:pPr lvl="1"/>
            <a:r>
              <a:t>• Scrum</a:t>
            </a:r>
          </a:p>
          <a:p>
            <a:pPr lvl="1"/>
            <a:r>
              <a:t>• Kanban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Gantt</a:t>
            </a:r>
            <a:endParaRPr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2D7E8170-B6D0-5815-ED0D-E2A229A28F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8502" y="1600199"/>
          <a:ext cx="7986996" cy="4525965"/>
        </p:xfrm>
        <a:graphic>
          <a:graphicData uri="http://schemas.openxmlformats.org/drawingml/2006/table">
            <a:tbl>
              <a:tblPr/>
              <a:tblGrid>
                <a:gridCol w="887444">
                  <a:extLst>
                    <a:ext uri="{9D8B030D-6E8A-4147-A177-3AD203B41FA5}">
                      <a16:colId xmlns:a16="http://schemas.microsoft.com/office/drawing/2014/main" val="3627293742"/>
                    </a:ext>
                  </a:extLst>
                </a:gridCol>
                <a:gridCol w="887444">
                  <a:extLst>
                    <a:ext uri="{9D8B030D-6E8A-4147-A177-3AD203B41FA5}">
                      <a16:colId xmlns:a16="http://schemas.microsoft.com/office/drawing/2014/main" val="2507544183"/>
                    </a:ext>
                  </a:extLst>
                </a:gridCol>
                <a:gridCol w="887444">
                  <a:extLst>
                    <a:ext uri="{9D8B030D-6E8A-4147-A177-3AD203B41FA5}">
                      <a16:colId xmlns:a16="http://schemas.microsoft.com/office/drawing/2014/main" val="3947925305"/>
                    </a:ext>
                  </a:extLst>
                </a:gridCol>
                <a:gridCol w="887444">
                  <a:extLst>
                    <a:ext uri="{9D8B030D-6E8A-4147-A177-3AD203B41FA5}">
                      <a16:colId xmlns:a16="http://schemas.microsoft.com/office/drawing/2014/main" val="1180654152"/>
                    </a:ext>
                  </a:extLst>
                </a:gridCol>
                <a:gridCol w="887444">
                  <a:extLst>
                    <a:ext uri="{9D8B030D-6E8A-4147-A177-3AD203B41FA5}">
                      <a16:colId xmlns:a16="http://schemas.microsoft.com/office/drawing/2014/main" val="3364865466"/>
                    </a:ext>
                  </a:extLst>
                </a:gridCol>
                <a:gridCol w="887444">
                  <a:extLst>
                    <a:ext uri="{9D8B030D-6E8A-4147-A177-3AD203B41FA5}">
                      <a16:colId xmlns:a16="http://schemas.microsoft.com/office/drawing/2014/main" val="2778434474"/>
                    </a:ext>
                  </a:extLst>
                </a:gridCol>
                <a:gridCol w="887444">
                  <a:extLst>
                    <a:ext uri="{9D8B030D-6E8A-4147-A177-3AD203B41FA5}">
                      <a16:colId xmlns:a16="http://schemas.microsoft.com/office/drawing/2014/main" val="492030762"/>
                    </a:ext>
                  </a:extLst>
                </a:gridCol>
                <a:gridCol w="887444">
                  <a:extLst>
                    <a:ext uri="{9D8B030D-6E8A-4147-A177-3AD203B41FA5}">
                      <a16:colId xmlns:a16="http://schemas.microsoft.com/office/drawing/2014/main" val="3198203434"/>
                    </a:ext>
                  </a:extLst>
                </a:gridCol>
                <a:gridCol w="887444">
                  <a:extLst>
                    <a:ext uri="{9D8B030D-6E8A-4147-A177-3AD203B41FA5}">
                      <a16:colId xmlns:a16="http://schemas.microsoft.com/office/drawing/2014/main" val="3251763344"/>
                    </a:ext>
                  </a:extLst>
                </a:gridCol>
              </a:tblGrid>
              <a:tr h="621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Phase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Woche 1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2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3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4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5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6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7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8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700489"/>
                  </a:ext>
                </a:extLst>
              </a:tr>
              <a:tr h="887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Idee &amp; Zieldefinition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███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934862"/>
                  </a:ext>
                </a:extLst>
              </a:tr>
              <a:tr h="621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Planung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████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697796"/>
                  </a:ext>
                </a:extLst>
              </a:tr>
              <a:tr h="621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Organisation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██████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936658"/>
                  </a:ext>
                </a:extLst>
              </a:tr>
              <a:tr h="621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Durchführung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███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39910"/>
                  </a:ext>
                </a:extLst>
              </a:tr>
              <a:tr h="1153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Abschluss &amp; Feedback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██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7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997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Projektphasen schaffen Struktur</a:t>
            </a:r>
          </a:p>
          <a:p>
            <a:pPr lvl="1"/>
            <a:r>
              <a:t>Meilensteine geben Orientierung</a:t>
            </a:r>
          </a:p>
          <a:p>
            <a:pPr lvl="1"/>
            <a:r>
              <a:t>Methoden helfen bei der Umsetzung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</Words>
  <Application>Microsoft Office PowerPoint</Application>
  <PresentationFormat>Bildschirmpräsentation (4:3)</PresentationFormat>
  <Paragraphs>54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Was ist ein Projekt?</vt:lpstr>
      <vt:lpstr>Was ist Projektmanagement?</vt:lpstr>
      <vt:lpstr>Projektphasen</vt:lpstr>
      <vt:lpstr>Warum sind Meilensteine wichtig?</vt:lpstr>
      <vt:lpstr>Methoden im Projektmanagement</vt:lpstr>
      <vt:lpstr>Gantt</vt:lpstr>
      <vt:lpstr>Fazit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Sarah Bernhardt</cp:lastModifiedBy>
  <cp:revision>3</cp:revision>
  <dcterms:created xsi:type="dcterms:W3CDTF">2013-01-27T09:14:16Z</dcterms:created>
  <dcterms:modified xsi:type="dcterms:W3CDTF">2026-02-23T08:44:32Z</dcterms:modified>
  <cp:category/>
</cp:coreProperties>
</file>